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96519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GitHub Copilot  |  Code Review · Unit Testing · Managing AI Credits  |  2 horas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4A7EB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 GitHub Copilot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217627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0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Review · Unit Testing · Managing AI Credits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3232" y="2743200"/>
            <a:ext cx="1463040" cy="32004"/>
          </a:xfrm>
          <a:prstGeom prst="rect">
            <a:avLst/>
          </a:prstGeom>
          <a:solidFill>
            <a:srgbClr val="7FA8D6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990088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BD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Code  ·  github.com  ·  2 horas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FBDD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Tú ejecutas. En tu máquina, en tu propio repositorio.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vengo a enseñarles a usar Copilot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mayoría ya lo usa todos los días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813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3B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Vengo por tres cosas que casi nadie está usando, y que son las que separan a un equipo que escribe código más rápido de uno que entrega mejor software.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87168"/>
            <a:ext cx="2679192" cy="2057400"/>
          </a:xfrm>
          <a:prstGeom prst="roundRect">
            <a:avLst>
              <a:gd name="adj" fmla="val 2667"/>
            </a:avLst>
          </a:prstGeom>
          <a:solidFill>
            <a:srgbClr val="EEF3FB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2578608"/>
            <a:ext cx="2386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ETAPA 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3504" y="2798064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Review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" y="3108960"/>
            <a:ext cx="23865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 revisa el código antes de que exista públicamente, y cómo le enseñas a la herramienta qué le importa a TU equipo.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36976" y="2487168"/>
            <a:ext cx="2679192" cy="2057400"/>
          </a:xfrm>
          <a:prstGeom prst="roundRect">
            <a:avLst>
              <a:gd name="adj" fmla="val 2667"/>
            </a:avLst>
          </a:prstGeom>
          <a:solidFill>
            <a:srgbClr val="E8F5E9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578608"/>
            <a:ext cx="2386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1A7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ETAPA 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798064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3108960"/>
            <a:ext cx="23865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se prueba código heredado que nadie entiende, y cómo las pruebas encuentran defectos que llevan años en producción.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16752" y="2487168"/>
            <a:ext cx="2679192" cy="2057400"/>
          </a:xfrm>
          <a:prstGeom prst="roundRect">
            <a:avLst>
              <a:gd name="adj" fmla="val 2667"/>
            </a:avLst>
          </a:prstGeom>
          <a:solidFill>
            <a:srgbClr val="FFF4E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2578608"/>
            <a:ext cx="2386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ETAPA 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63056" y="2798064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AI Credits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63056" y="3108960"/>
            <a:ext cx="238658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Cuánto cuesta todo lo anterior, dónde se ve, y las cuatro decisiones que más mueven ese número.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te llevas en dos horas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tu propio repositorio, no en una presentación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Artefacto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 qué importa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pull request revisado por Copilot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 hallazgos clasificados por severidad y al menos una corrección aplicada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 suite de pruebas donde había cero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 cobertura medida, no estimada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 menos un defecto real encontrado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código heredado que lleva años en producción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archivo de instrucciones escrito por ti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único artefacto que sigue trabajando cuando la sesión termina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aritmética del consumo de IA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 explicarle a tu líder, con números, por qué una tarea cuesta lo que cuesta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funciona esta sesión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Somos cincuenta, con experiencias muy distintas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69080" cy="1463040"/>
          </a:xfrm>
          <a:prstGeom prst="roundRect">
            <a:avLst>
              <a:gd name="adj" fmla="val 3750"/>
            </a:avLst>
          </a:prstGeom>
          <a:solidFill>
            <a:srgbClr val="EEF3FB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17320"/>
            <a:ext cx="3776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03504" y="1636776"/>
            <a:ext cx="3776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 los prompts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3504" y="1947672"/>
            <a:ext cx="37764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Están en PROMPTS.md del repositorio. Si todos partimos del mismo texto, las diferencias nos enseñan algo. Si cada quien improvisa, solo tenemos ruido.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1325880"/>
            <a:ext cx="4069080" cy="1463040"/>
          </a:xfrm>
          <a:prstGeom prst="roundRect">
            <a:avLst>
              <a:gd name="adj" fmla="val 3750"/>
            </a:avLst>
          </a:prstGeom>
          <a:solidFill>
            <a:srgbClr val="E8F5E9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4024" y="1417320"/>
            <a:ext cx="3776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1A7F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64024" y="1636776"/>
            <a:ext cx="3776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 antes de aceptar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64024" y="1947672"/>
            <a:ext cx="37764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Nada entra al código sin pasar por tu criterio. Ese filtro es justamente el músculo que venimos a ejercitar.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069080" cy="1600200"/>
          </a:xfrm>
          <a:prstGeom prst="roundRect">
            <a:avLst>
              <a:gd name="adj" fmla="val 3429"/>
            </a:avLst>
          </a:prstGeom>
          <a:solidFill>
            <a:srgbClr val="FFF4E5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3017520"/>
            <a:ext cx="3776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" y="3236976"/>
            <a:ext cx="3776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 Base y ruta Extra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" y="3547872"/>
            <a:ext cx="3776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Base la hacemos todos. Los Extra son opcionales, para quien va adelantado. Si algo falla en tu máquina, levanta la mano y pasa al siguiente Base. Nadie se queda atrás.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4069080" cy="1600200"/>
          </a:xfrm>
          <a:prstGeom prst="roundRect">
            <a:avLst>
              <a:gd name="adj" fmla="val 3429"/>
            </a:avLst>
          </a:prstGeom>
          <a:solidFill>
            <a:srgbClr val="EEF3FB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3017520"/>
            <a:ext cx="3776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REPOSITORIO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64024" y="3236976"/>
            <a:ext cx="3776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solo punto de partida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64024" y="3547872"/>
            <a:ext cx="37764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github.com/tinocoh/ghcp-workshop-calidad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Mismo código, mismos defectos, misma cobertura en cero para los cincuenta. Cualquier diferencia en el resultado viene de cómo usaste Copilot.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tres etapas comparten el mismo código y se encadenan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920240"/>
                <a:gridCol w="3840480"/>
                <a:gridCol w="1600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Etapa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hacemos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Dónde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0–12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Apertura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Encuadre y verificación de entorno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 máquina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12–55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· Code Review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Revisión local, triaje, instrucciones del equipo, pull request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VS Code → web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55–95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 · Unit Testing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 cero pruebas a cobertura medida, con defectos reales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VS Code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95–115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 · AI Credits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Tu consumo, la aritmética y las cuatro palancas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→ VS Code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115–120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Cierre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Tres compromisos para el lunes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revisas en A es lo que pruebas en B. Y C explica el costo de A y de B.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Review: de revisar al final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revisar desde el principio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2304288"/>
            <a:ext cx="8001000" cy="0"/>
          </a:xfrm>
          <a:prstGeom prst="line">
            <a:avLst/>
          </a:prstGeom>
          <a:noFill/>
          <a:ln w="12700">
            <a:solidFill>
              <a:srgbClr val="AE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01852" y="2253996"/>
            <a:ext cx="100584" cy="100584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empezamos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cuello de botella no es la capacidad del equipo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el tiempo entre escribir y que alguien lo mire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entonces el autor ya está en otra cosa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A.1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777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Revisión local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4884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del commit, antes del push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revisa el diff completo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Anota cuántos hallazgos y de qué tipo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A.2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9369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Triaje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9476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 por severidad, no por orden de aparición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Justifica en términos de negocio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Cuál arreglas si solo tienes 10 minutos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A.3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961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Reglas del equipo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Instrucciones versionadas junto al código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Misma herramienta, mismo archivo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 completamente distinto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Demostración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553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request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mismo flujo, ahora en GitHub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 de esfuerzo: Lite o Balanced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proyecta el presentador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Testing: de cero pruebas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defectos encontrados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2304288"/>
            <a:ext cx="8001000" cy="0"/>
          </a:xfrm>
          <a:prstGeom prst="line">
            <a:avLst/>
          </a:prstGeom>
          <a:noFill/>
          <a:ln w="12700">
            <a:solidFill>
              <a:srgbClr val="AE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01852" y="2253996"/>
            <a:ext cx="100584" cy="100584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empezamos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pricing.js: variables r, b, tt y q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documentación y sin una sola prueba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Nadie del equipo original sigue aquí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B.1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777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Primera batería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4884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/tests en modo Agent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Cinco restricciones que ahorran turnos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escribe, corre y ajusta solo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B.2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9369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límite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9476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resultado que espera el NEGOCIO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el que produce el código actual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Aparecen las pruebas en rojo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B.3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961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pruebas describen lo correcto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"No cambies las pruebas"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criterio congelado antes de empezar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B.4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553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cero a un número medido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ramas siguen sin cubrir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pruebas de relleno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8321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AI Credits: de consumir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presupuestar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2304288"/>
            <a:ext cx="8001000" cy="0"/>
          </a:xfrm>
          <a:prstGeom prst="line">
            <a:avLst/>
          </a:prstGeom>
          <a:noFill/>
          <a:ln w="12700">
            <a:solidFill>
              <a:srgbClr val="AE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Inicio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01852" y="2253996"/>
            <a:ext cx="100584" cy="100584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empezamos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dos etapas anteriores ya consumieron créditos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Ahora vamos a leerlos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Hablar de costo después de gastarlo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9456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C.1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777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consumo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4884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and licensing en github.com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Créditos del ciclo y qué te consumió más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Fecha de reinicio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C.2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9369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aritmética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9476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crédito = 1 centavo de dólar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Bolsa común, no cubetas individuales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autocompletado es gratis e ilimitado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C.3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961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costos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misma tarea con dos modelos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contra el más potente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 de 10x a 40x entre ellos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32320" y="1883664"/>
            <a:ext cx="1207008" cy="301752"/>
          </a:xfrm>
          <a:prstGeom prst="roundRect">
            <a:avLst>
              <a:gd name="adj" fmla="val 48485"/>
            </a:avLst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1883664"/>
            <a:ext cx="12070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Ejercicio C.5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5532" y="2253996"/>
            <a:ext cx="100584" cy="100584"/>
          </a:xfrm>
          <a:prstGeom prst="ellipse">
            <a:avLst/>
          </a:prstGeom>
          <a:solidFill>
            <a:srgbClr val="1B1F23"/>
          </a:solidFill>
          <a:ln w="12700">
            <a:solidFill>
              <a:srgbClr val="1B1F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505456"/>
            <a:ext cx="153619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B1F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Instrucciones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3145536"/>
            <a:ext cx="153619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Convierte lo aprendido en reglas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Cinco líneas específicas de tu repo</a:t>
            </a:r>
            <a:endParaRPr lang="en-US" sz="1050" dirty="0"/>
          </a:p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5760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Sigue ahorrando después de hoy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idea que conecta las tres etapas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E8F5E9"/>
          </a:solidFill>
          <a:ln w="19050">
            <a:solidFill>
              <a:srgbClr val="1A7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repositorio con pruebas, linter y revisión automática consume menos IA que uno sin ellas,</a:t>
            </a:r>
            <a:endParaRPr lang="en-US" sz="17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5E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haciendo exactamente el mismo trabajo.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2679192" cy="1737360"/>
          </a:xfrm>
          <a:prstGeom prst="roundRect">
            <a:avLst>
              <a:gd name="adj" fmla="val 3158"/>
            </a:avLst>
          </a:prstGeom>
          <a:solidFill>
            <a:srgbClr val="FDECEA"/>
          </a:solidFill>
          <a:ln w="12700">
            <a:solidFill>
              <a:srgbClr val="B00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916936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guardarraíles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" y="3246120"/>
            <a:ext cx="238658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no tiene señal objetiva de éxito. Construye sobre errores, encadena corridas equivocadas y tú pagas cada una.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6976" y="2788920"/>
            <a:ext cx="2679192" cy="1737360"/>
          </a:xfrm>
          <a:prstGeom prst="roundRect">
            <a:avLst>
              <a:gd name="adj" fmla="val 3158"/>
            </a:avLst>
          </a:prstGeom>
          <a:solidFill>
            <a:srgbClr val="E8F5E9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916936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guardarraíles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3246120"/>
            <a:ext cx="238658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pruebas le dicen cuándo terminó. Corrige en el mismo turno en lugar de en la siguiente sesión.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16752" y="2788920"/>
            <a:ext cx="2679192" cy="1737360"/>
          </a:xfrm>
          <a:prstGeom prst="roundRect">
            <a:avLst>
              <a:gd name="adj" fmla="val 3158"/>
            </a:avLst>
          </a:prstGeom>
          <a:solidFill>
            <a:srgbClr val="EEF3FB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63056" y="2916936"/>
            <a:ext cx="2386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conclusión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63056" y="3246120"/>
            <a:ext cx="2386584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 y costo apuntan en la misma dirección, no en direcciones opuestas. Por eso las tres etapas van juntas.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Arrancamos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comandos, ahora mismo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41732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F7F9FC"/>
          </a:solidFill>
          <a:ln w="15875">
            <a:solidFill>
              <a:srgbClr val="2F55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6002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verifica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559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segundo debe decir "No tests found". Ese cero es nuestro punto de partida.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¿A quién le falló algo?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9651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9A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GitHub Copilot — Aperturas de etapa</dc:title>
  <dc:subject>PptxGenJS Presentation</dc:subject>
  <dc:creator>Workshop GitHub Copilot</dc:creator>
  <cp:lastModifiedBy>Workshop GitHub Copilot</cp:lastModifiedBy>
  <cp:revision>1</cp:revision>
  <dcterms:created xsi:type="dcterms:W3CDTF">2026-09-21T19:47:29Z</dcterms:created>
  <dcterms:modified xsi:type="dcterms:W3CDTF">2026-09-21T19:47:29Z</dcterms:modified>
</cp:coreProperties>
</file>